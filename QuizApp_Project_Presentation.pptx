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6" r:id="rId10"/>
    <p:sldId id="267" r:id="rId11"/>
    <p:sldId id="268" r:id="rId12"/>
    <p:sldId id="269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99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1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9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3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8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15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6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32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19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306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01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8474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80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15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58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Quiz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Developed by: Subodh Budhe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Objective: To design and implement a console-based quiz management system.</a:t>
            </a:r>
          </a:p>
          <a:p>
            <a:r>
              <a:t>Description: The project allows users to attempt quizzes and admins to manage quizzes and questions.</a:t>
            </a:r>
          </a:p>
          <a:p>
            <a:r>
              <a:t>Features include authentication, quiz creation, question management, and result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9368"/>
            <a:ext cx="8229600" cy="44048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dirty="0"/>
              <a:t>Programming Language: Java (JDK 17)</a:t>
            </a:r>
          </a:p>
          <a:p>
            <a:r>
              <a:rPr dirty="0"/>
              <a:t>Database: MySQL</a:t>
            </a:r>
          </a:p>
          <a:p>
            <a:r>
              <a:rPr dirty="0"/>
              <a:t>Build Tool: Maven</a:t>
            </a:r>
          </a:p>
          <a:p>
            <a:r>
              <a:rPr dirty="0"/>
              <a:t>Logging Framework: SLF4J </a:t>
            </a:r>
          </a:p>
          <a:p>
            <a:r>
              <a:rPr dirty="0"/>
              <a:t>Architecture: DAO-Service-Controller</a:t>
            </a:r>
          </a:p>
          <a:p>
            <a:r>
              <a:rPr dirty="0"/>
              <a:t>IDE: IntelliJ IDEA</a:t>
            </a:r>
            <a:endParaRPr lang="en-US" dirty="0"/>
          </a:p>
          <a:p>
            <a:r>
              <a:rPr lang="en-IN" dirty="0"/>
              <a:t>Unit Testing – Junit 5</a:t>
            </a:r>
          </a:p>
          <a:p>
            <a:pPr marL="0" indent="0">
              <a:buNone/>
            </a:pP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Controller Layer: Handles user input.</a:t>
            </a:r>
          </a:p>
          <a:p>
            <a:r>
              <a:rPr dirty="0"/>
              <a:t>Service Layer: Contains business logic.</a:t>
            </a:r>
          </a:p>
          <a:p>
            <a:r>
              <a:rPr dirty="0"/>
              <a:t>DAO Layer: Interacts with the database.</a:t>
            </a:r>
          </a:p>
          <a:p>
            <a:r>
              <a:rPr dirty="0"/>
              <a:t>Util Layer: Manages database connection.</a:t>
            </a:r>
          </a:p>
          <a:p>
            <a:r>
              <a:rPr dirty="0"/>
              <a:t>Model Layer: Represents entities (User, Quiz, Question).</a:t>
            </a:r>
          </a:p>
          <a:p>
            <a:r>
              <a:rPr dirty="0"/>
              <a:t>Flow: User → Controller → Service → DAO →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 (Text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39481"/>
            <a:ext cx="6347714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Entities:</a:t>
            </a:r>
          </a:p>
          <a:p>
            <a:r>
              <a:rPr dirty="0"/>
              <a:t>Users (id, username, password, role)</a:t>
            </a:r>
          </a:p>
          <a:p>
            <a:r>
              <a:rPr dirty="0"/>
              <a:t>Quizzes (id, title, description)</a:t>
            </a:r>
          </a:p>
          <a:p>
            <a:r>
              <a:rPr dirty="0"/>
              <a:t>Questions (id, </a:t>
            </a:r>
            <a:r>
              <a:rPr dirty="0" err="1"/>
              <a:t>quiz_id</a:t>
            </a:r>
            <a:r>
              <a:rPr dirty="0"/>
              <a:t>, </a:t>
            </a:r>
            <a:r>
              <a:rPr dirty="0" err="1"/>
              <a:t>question_text</a:t>
            </a:r>
            <a:r>
              <a:rPr dirty="0"/>
              <a:t>, options, </a:t>
            </a:r>
            <a:r>
              <a:rPr dirty="0" err="1"/>
              <a:t>correct_option</a:t>
            </a:r>
            <a:r>
              <a:rPr dirty="0"/>
              <a:t>)</a:t>
            </a:r>
          </a:p>
          <a:p>
            <a:r>
              <a:rPr dirty="0"/>
              <a:t>Results (id, </a:t>
            </a:r>
            <a:r>
              <a:rPr dirty="0" err="1"/>
              <a:t>user_id</a:t>
            </a:r>
            <a:r>
              <a:rPr dirty="0"/>
              <a:t>, </a:t>
            </a:r>
            <a:r>
              <a:rPr dirty="0" err="1"/>
              <a:t>quiz_id</a:t>
            </a:r>
            <a:r>
              <a:rPr dirty="0"/>
              <a:t>, score)</a:t>
            </a:r>
          </a:p>
          <a:p>
            <a:r>
              <a:rPr dirty="0"/>
              <a:t>Relationships:</a:t>
            </a:r>
          </a:p>
          <a:p>
            <a:r>
              <a:rPr dirty="0"/>
              <a:t>1 Quiz → Many Questions</a:t>
            </a:r>
          </a:p>
          <a:p>
            <a:r>
              <a:rPr dirty="0"/>
              <a:t>1 User → Many Results</a:t>
            </a:r>
          </a:p>
          <a:p>
            <a:r>
              <a:rPr dirty="0"/>
              <a:t>1 Quiz → Many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24E8-1084-125A-1267-F45F37976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3628AE-D9CF-0077-29DB-578982F2A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121" y="1309483"/>
            <a:ext cx="6792712" cy="5162134"/>
          </a:xfrm>
        </p:spPr>
      </p:pic>
    </p:spTree>
    <p:extLst>
      <p:ext uri="{BB962C8B-B14F-4D97-AF65-F5344CB8AC3E}">
        <p14:creationId xmlns:p14="http://schemas.microsoft.com/office/powerpoint/2010/main" val="751832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Admin login &amp; management</a:t>
            </a:r>
          </a:p>
          <a:p>
            <a:r>
              <a:rPr dirty="0"/>
              <a:t>User registration &amp; quiz attempts</a:t>
            </a:r>
          </a:p>
          <a:p>
            <a:r>
              <a:rPr dirty="0"/>
              <a:t>Add/View/Delete quizzes and questions</a:t>
            </a:r>
            <a:r>
              <a:rPr lang="en-IN" dirty="0"/>
              <a:t> By Admin </a:t>
            </a:r>
            <a:endParaRPr dirty="0"/>
          </a:p>
          <a:p>
            <a:r>
              <a:rPr dirty="0"/>
              <a:t>Score calculation and leaderboard</a:t>
            </a:r>
          </a:p>
          <a:p>
            <a:r>
              <a:rPr dirty="0"/>
              <a:t>Logging and Exception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0A742-612B-80E2-F334-98C328D9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775E31-11E9-B732-E9FB-D28BD35EF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974" y="1801396"/>
            <a:ext cx="3962953" cy="20672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E2A91-DABF-FFA5-2706-140FEC1E0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074" y="824114"/>
            <a:ext cx="4124901" cy="3715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6AF20A-4944-BEA9-2888-E8465DDCD375}"/>
              </a:ext>
            </a:extLst>
          </p:cNvPr>
          <p:cNvSpPr txBox="1"/>
          <p:nvPr/>
        </p:nvSpPr>
        <p:spPr>
          <a:xfrm>
            <a:off x="688258" y="1307690"/>
            <a:ext cx="30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Register-&gt;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2A919D-D18A-AAB3-A365-5C907B86D238}"/>
              </a:ext>
            </a:extLst>
          </p:cNvPr>
          <p:cNvSpPr txBox="1"/>
          <p:nvPr/>
        </p:nvSpPr>
        <p:spPr>
          <a:xfrm>
            <a:off x="5152103" y="373626"/>
            <a:ext cx="2595716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Login-&gt;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71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BBFC-0B5F-6C73-4FFE-B96687D9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0A6543F-D1A5-5B7A-89A9-DE56EE707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0" y="340046"/>
            <a:ext cx="4116252" cy="30301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5C616C-BB10-B44D-EF15-5D463D75F77C}"/>
              </a:ext>
            </a:extLst>
          </p:cNvPr>
          <p:cNvSpPr txBox="1"/>
          <p:nvPr/>
        </p:nvSpPr>
        <p:spPr>
          <a:xfrm>
            <a:off x="2500858" y="1026849"/>
            <a:ext cx="309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Login -&gt;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9C0AB8-6198-982C-E6D9-3746FF68A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53" y="3370191"/>
            <a:ext cx="6173061" cy="34104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C818AC-E510-759B-4346-C6AEC995495A}"/>
              </a:ext>
            </a:extLst>
          </p:cNvPr>
          <p:cNvSpPr txBox="1"/>
          <p:nvPr/>
        </p:nvSpPr>
        <p:spPr>
          <a:xfrm>
            <a:off x="6630126" y="4709652"/>
            <a:ext cx="1914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&lt;- Add Quiz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249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8756-EFBA-5A29-4A21-280E33C37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4E589E-BE98-5431-8905-E118D51D8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96" y="1564720"/>
            <a:ext cx="5430008" cy="245779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ED0CCF-9130-526F-200C-52D0B7B26F9F}"/>
              </a:ext>
            </a:extLst>
          </p:cNvPr>
          <p:cNvSpPr txBox="1"/>
          <p:nvPr/>
        </p:nvSpPr>
        <p:spPr>
          <a:xfrm>
            <a:off x="6233652" y="2202426"/>
            <a:ext cx="2290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&lt;-Add Question to Quiz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8E1A8D-2DC5-81FB-9810-3840AB5E0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29" y="4855069"/>
            <a:ext cx="4077269" cy="876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13CFB-AB0D-ED00-24EE-D2E606DC38AA}"/>
              </a:ext>
            </a:extLst>
          </p:cNvPr>
          <p:cNvSpPr txBox="1"/>
          <p:nvPr/>
        </p:nvSpPr>
        <p:spPr>
          <a:xfrm>
            <a:off x="5604387" y="5063613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&lt;-Delete Quiz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6052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70C0-0590-0255-11AC-84A977C2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C3784A-18DF-5528-3397-25BC32629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099" y="1500081"/>
            <a:ext cx="4305901" cy="17147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86B88C-C0F7-E809-65F9-D4DE530411B4}"/>
              </a:ext>
            </a:extLst>
          </p:cNvPr>
          <p:cNvSpPr txBox="1"/>
          <p:nvPr/>
        </p:nvSpPr>
        <p:spPr>
          <a:xfrm>
            <a:off x="4955458" y="1906692"/>
            <a:ext cx="3852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&lt;-Leaderboard based on the quiz Id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74F798-3C01-D534-E82B-94FEB0B7D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011" y="2990981"/>
            <a:ext cx="4580601" cy="38732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BBD292-DCAB-1FB4-876C-AB32D24EA10E}"/>
              </a:ext>
            </a:extLst>
          </p:cNvPr>
          <p:cNvSpPr txBox="1"/>
          <p:nvPr/>
        </p:nvSpPr>
        <p:spPr>
          <a:xfrm>
            <a:off x="1347019" y="4927600"/>
            <a:ext cx="1451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score-&gt;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366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61F9-6330-5A2C-8A8A-5B863721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1A9497-8085-DD13-2025-053E92AF3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632" y="1629646"/>
            <a:ext cx="6084769" cy="44614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A1A291-4BDE-DFD2-75A4-39B198EFFFB2}"/>
              </a:ext>
            </a:extLst>
          </p:cNvPr>
          <p:cNvSpPr txBox="1"/>
          <p:nvPr/>
        </p:nvSpPr>
        <p:spPr>
          <a:xfrm>
            <a:off x="609599" y="3632397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 file-&gt;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879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 GUI using JavaFX or Spring Boot (Web)</a:t>
            </a:r>
          </a:p>
          <a:p>
            <a:r>
              <a:t>Email-based quiz invitations</a:t>
            </a:r>
          </a:p>
          <a:p>
            <a:r>
              <a:t>Timer-based quizzes</a:t>
            </a:r>
          </a:p>
          <a:p>
            <a:r>
              <a:t>Analytics dashboard for performance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project demonstrates core Java and JDBC concepts.</a:t>
            </a:r>
          </a:p>
          <a:p>
            <a:r>
              <a:t>Follows modular design principles (DAO-Service-Controller).</a:t>
            </a:r>
          </a:p>
          <a:p>
            <a:r>
              <a:t>Implements real-world problem-solving using logging and exceptions.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206</TotalTime>
  <Words>332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Online Quiz Application</vt:lpstr>
      <vt:lpstr>Project Abstraction</vt:lpstr>
      <vt:lpstr>Tech Stack</vt:lpstr>
      <vt:lpstr>System Architecture</vt:lpstr>
      <vt:lpstr>ER Diagram (Text View)</vt:lpstr>
      <vt:lpstr>ER Diagram</vt:lpstr>
      <vt:lpstr>Key Features</vt:lpstr>
      <vt:lpstr>Outputs</vt:lpstr>
      <vt:lpstr>Outputs</vt:lpstr>
      <vt:lpstr>Outputs</vt:lpstr>
      <vt:lpstr>Outputs </vt:lpstr>
      <vt:lpstr>Outputs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Subodh Budhe</dc:creator>
  <cp:keywords/>
  <dc:description>generated using python-pptx</dc:description>
  <cp:lastModifiedBy>Subodh Budhe</cp:lastModifiedBy>
  <cp:revision>5</cp:revision>
  <dcterms:created xsi:type="dcterms:W3CDTF">2013-01-27T09:14:16Z</dcterms:created>
  <dcterms:modified xsi:type="dcterms:W3CDTF">2025-11-03T04:32:12Z</dcterms:modified>
  <cp:category/>
</cp:coreProperties>
</file>